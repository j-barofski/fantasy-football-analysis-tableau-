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8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1">
            <a:extLst>
              <a:ext uri="{FF2B5EF4-FFF2-40B4-BE49-F238E27FC236}">
                <a16:creationId xmlns:a16="http://schemas.microsoft.com/office/drawing/2014/main" id="{4CD2DE16-0865-441B-A5C9-134C83EC3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8" y="637762"/>
            <a:ext cx="4284397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</a:rPr>
              <a:t>Fantasy Football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55BB0303-8FA6-4635-9892-0FB2F4296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9464" y="637762"/>
            <a:ext cx="4305881" cy="5860946"/>
          </a:xfrm>
        </p:spPr>
        <p:txBody>
          <a:bodyPr anchor="ctr">
            <a:normAutofit/>
          </a:bodyPr>
          <a:lstStyle/>
          <a:p>
            <a:pPr algn="l"/>
            <a:r>
              <a:rPr lang="en-US" sz="4000"/>
              <a:t>Jonah Barofski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3F4FB-CF39-E626-D55A-FA419ABAAF90}"/>
              </a:ext>
            </a:extLst>
          </p:cNvPr>
          <p:cNvSpPr txBox="1"/>
          <p:nvPr/>
        </p:nvSpPr>
        <p:spPr>
          <a:xfrm>
            <a:off x="838199" y="548464"/>
            <a:ext cx="3807187" cy="222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Standings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24D40-CA69-A0BC-CC5F-EF5F36FBB243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Shows the rankings of all the teams by their record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Tiebreaker is the total amount of points for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All-play record is what a team’s record would be if they played every other team each week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As expected, teams with better all-play records have the most wins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MB’s team is the lone outlier here. They have a winning all-play record in losses yet a losing all-play record in wins. Also, both of their wins would be losses if they played against any other team. </a:t>
            </a:r>
          </a:p>
        </p:txBody>
      </p:sp>
      <p:pic>
        <p:nvPicPr>
          <p:cNvPr id="2" name="slide2" descr="Story1">
            <a:extLst>
              <a:ext uri="{FF2B5EF4-FFF2-40B4-BE49-F238E27FC236}">
                <a16:creationId xmlns:a16="http://schemas.microsoft.com/office/drawing/2014/main" id="{A9E574AA-7C86-4938-A59E-CA165810A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" r="-2" b="-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60B88B-3B6C-2010-F040-87207B186AF9}"/>
              </a:ext>
            </a:extLst>
          </p:cNvPr>
          <p:cNvSpPr txBox="1"/>
          <p:nvPr/>
        </p:nvSpPr>
        <p:spPr>
          <a:xfrm>
            <a:off x="838199" y="548464"/>
            <a:ext cx="3807187" cy="222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Points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EA7F1-97CB-8F44-1833-67EF30288AB1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Compares the team’s points scored with their opponent’s, the league average, and their projected points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Shows when the team overperforms or underperforms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Whether they got ”lucky” or not with their opponent’s performance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Here JB’s team has been above average and mostly overperforming leading to 5 wins </a:t>
            </a:r>
          </a:p>
        </p:txBody>
      </p:sp>
      <p:pic>
        <p:nvPicPr>
          <p:cNvPr id="3" name="slide3" descr="Story2">
            <a:extLst>
              <a:ext uri="{FF2B5EF4-FFF2-40B4-BE49-F238E27FC236}">
                <a16:creationId xmlns:a16="http://schemas.microsoft.com/office/drawing/2014/main" id="{24C2A6F1-F174-4BF4-94CA-4A833840B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" b="-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97703-DC35-03A3-69DC-8DC5AACD5871}"/>
              </a:ext>
            </a:extLst>
          </p:cNvPr>
          <p:cNvSpPr txBox="1"/>
          <p:nvPr/>
        </p:nvSpPr>
        <p:spPr>
          <a:xfrm>
            <a:off x="838199" y="548464"/>
            <a:ext cx="3807187" cy="222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Best Performers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B9F9B-9160-FCFD-6B75-8FE4EC248356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Basic chart that ranks the players with the most points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Choose different ranks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Points when they started, just when they were benched, or both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Top players by each week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Best players for each manager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Rank by position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5 RBs in the top 10, 3 WRs, and 2 QBs. GB’s team has the most players in the top 10, but is 4</a:t>
            </a:r>
            <a:r>
              <a:rPr lang="en-US" sz="1600" baseline="30000" dirty="0"/>
              <a:t>th</a:t>
            </a:r>
            <a:r>
              <a:rPr lang="en-US" sz="1600" dirty="0"/>
              <a:t> in the standings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4" name="slide4" descr="Story3">
            <a:extLst>
              <a:ext uri="{FF2B5EF4-FFF2-40B4-BE49-F238E27FC236}">
                <a16:creationId xmlns:a16="http://schemas.microsoft.com/office/drawing/2014/main" id="{74353D63-A048-4628-AED3-C0DA210AA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" r="-2" b="-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B4A9B9-06C9-D76C-4F3C-1817F7160292}"/>
              </a:ext>
            </a:extLst>
          </p:cNvPr>
          <p:cNvSpPr txBox="1"/>
          <p:nvPr/>
        </p:nvSpPr>
        <p:spPr>
          <a:xfrm>
            <a:off x="838199" y="548464"/>
            <a:ext cx="3807187" cy="222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Player Performances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4D196-82A1-79DC-F432-171B5D5BF3C3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number of points each team’s players score each week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Groups by position and starters have an orange color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Easy to evaluate the team’s best players for each position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My team’s lineups are doing well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slide5" descr="Story4">
            <a:extLst>
              <a:ext uri="{FF2B5EF4-FFF2-40B4-BE49-F238E27FC236}">
                <a16:creationId xmlns:a16="http://schemas.microsoft.com/office/drawing/2014/main" id="{3BB554FF-99F9-4E4C-BDC5-0F271E3AF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" r="-2" b="-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E1047-6F34-563E-2306-9C500E69B0D1}"/>
              </a:ext>
            </a:extLst>
          </p:cNvPr>
          <p:cNvSpPr txBox="1"/>
          <p:nvPr/>
        </p:nvSpPr>
        <p:spPr>
          <a:xfrm>
            <a:off x="838199" y="548464"/>
            <a:ext cx="3807187" cy="2228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Positional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258C2-B433-F29D-7F85-D80325139E5E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See who has the most points for each position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Average is included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Find where every team’s biggest positional weak point is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My best positions are RB and TE, while my weakest is the K (kicker).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GB’s TE position is a glaring weakness compared to the rest of their team </a:t>
            </a:r>
          </a:p>
        </p:txBody>
      </p:sp>
      <p:pic>
        <p:nvPicPr>
          <p:cNvPr id="6" name="slide6" descr="Story5">
            <a:extLst>
              <a:ext uri="{FF2B5EF4-FFF2-40B4-BE49-F238E27FC236}">
                <a16:creationId xmlns:a16="http://schemas.microsoft.com/office/drawing/2014/main" id="{BD7D4424-5EA1-42C1-AF68-969070051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" b="-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309</Words>
  <Application>Microsoft Macintosh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Fantasy Football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Jonah Barofski</cp:lastModifiedBy>
  <cp:revision>2</cp:revision>
  <dcterms:created xsi:type="dcterms:W3CDTF">2026-10-29T02:07:28Z</dcterms:created>
  <dcterms:modified xsi:type="dcterms:W3CDTF">2026-10-29T20:07:31Z</dcterms:modified>
</cp:coreProperties>
</file>